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Hjsb6fBNrIHp+W/T4qwqfjMUi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CioAdr271/FREERTOS_LWIP_STM32H753Z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/>
              <a:t>嵌入式網路入侵偵測系統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資工三A 4120E007 吳富民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zh-TW" sz="5400"/>
              <a:t>STM32H753ZI(NUCLEO-H753ZI)</a:t>
            </a:r>
            <a:endParaRPr sz="5400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STM32H753ZI 是意法半導體 (ST) 基於高性能 Arm Cortex-M7 核心的 32 位元微控制器 (MCU)，主頻可達 480 MHz，整合雙精度浮點單元 (DP-FPU)、DSP 指令與 MPU，具備 2MB Flash、1MB RAM，支持 ART 加速器，提供豐富的通信接口（USB 高速/全速, Ethernet MAC, CAN FD 等），擁有快速 ADC/DAC 和定時器，適用於要求高性能、高整合度和複雜應用（如人機界面、電機控制、IoT 網關等）的嵌入式系統。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5353" y="1337225"/>
            <a:ext cx="2918362" cy="5115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核心特性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高性能內核：Arm Cortex-M7，最高 480 MHz，帶 FPU 和 DSP 指令集。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大容量記憶體：2MB Flash (帶 ART 加速器) 和 1MB RAM。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豐富外設：多達 35 個通信接口，包括 USB 2.0 高速/全速、乙太網路 MAC、CAN FD、攝像頭接口、靈活的存儲控制器等。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安全功能：包含內存保護單元 (MPU) 和加密加速器。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高速模擬：12 位元 DAC、快速 16 位元 ADC、高精度定時器。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開發支持：易於擴展的 NUCLEO-144 開發板、STM32CubeMX 等免費軟體庫。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48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LAN8742(PHY晶片)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晶片與網路線之間的「溝通橋樑」。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PHY 是 Physical Layer（實體層）的縮寫。它是處理網路數據傳輸的硬體元件，主要負責將數位訊號（0 與 1）轉換為能在網路上傳輸的電氣訊號（電壓波動）。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它的位置： 介於 STM32 內部控制器（MAC）與 網路線接頭（RJ45）之間。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常見型號： LAN8720, LAN8742 (NUCLEO 板上常用), DP83848。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參考資料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https://github.com/CioAdr271/FREERTOS_LWIP_STM32H753ZI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使用技術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FreeRTOS 即時作業系統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lwIP 輕量級網路協議棧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OUI 廠商識別技術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HTTP Client &amp; 雲端告警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FreeRTOS 即時作業系統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多工管理 (Multi-tasking)：允許系統同時執行多個任務（如：網路掃描、入侵判斷、雲端連線），互不干擾。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即時性 (Real-time)：確保網路封包的處理與警報觸發具有高度優先權，能在毫秒級時間內做出反應。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任務調度 (Scheduling)：自動分配處理器資源，優化系統運行效率，避免 CPU 資源浪費。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資源同步：利用旗標 (Semaphore) 或佇列 (Queue) 機制，確保不同任務之間安全地交換數據。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lwIP 輕量級網路協議棧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/>
              <a:t>1. 什麼是 lwIP？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定義：專為嵌入式系統（如 STM32）設計的輕量級 TCP/IP 協議棧。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特性：在極低的記憶體（RAM/ROM）消耗下，提供完整的網路通訊功能。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/>
              <a:t>2. 在本專案中的三大任務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設備探測 (ICMP)：實現 Ping 功能，主動掃描網段內所有 IP 的存活狀態。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地址解析 (ARP)：負責將 IP 地址轉換為 MAC 地址，這是辨識設備廠商的基礎。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警報傳輸 (TCP)：建立穩定的數據通道，將入侵資訊精準送往 Flask 伺服器。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/>
              <a:t>3. 選用優點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高效能：支援「零拷貝」技術，封包處理速度極快，不會造成系統卡頓。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zh-TW"/>
              <a:t>穩定性：與 FreeRTOS 完美整合，支援多工並行，確保掃描與通訊同時進行。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OUI 廠商識別技術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什麼是 OUI？：全名為「組織唯一識別碼」(Organizationally Unique Identifier)，是 MAC 地址的前 3 個位元組（前 6 位 16 進位數）。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識別原理：全球電子設備商（如 Apple, ASUS, Xiaomi）皆須向 IEEE 申請專屬的 OUI 編碼，因此透過 MAC 地址即可回推設備製造商。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HTTP Client &amp; 雲端告警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 sz="2400"/>
              <a:t>嵌入式 HTTP Client：在 STM32 上實作輕量化 HTTP 協議，主動向遠端伺服器發送 GET 請求。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 sz="2400"/>
              <a:t>即時資料封裝：將偵測到的入侵者資訊（IP、MAC 位址、廠商名稱）封裝進網址參數（URL Parameters）中傳輸。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 sz="2400"/>
              <a:t>Flask 後端整合：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接收端：部署於 192.168.1.113 的 Flask 伺服器，負責監聽並解析來自 STM32 的請求。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自動化處理：伺服器接收資料後，立即觸發預設的警報邏輯。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 sz="2400"/>
              <a:t>Telegram Bot 聯動：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跨平台通知：透過呼叫 Telegram API，將入侵警報以推播訊息方式傳送至使用者手機。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流程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1. 系統初始化階段 (Initialization)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2. 深度掃描與資料採集 (Deep Scanning)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3. 安全決策邏輯 (Security Decision)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4. 雲端告警與 Telegram 推播 (Cloud Alerting)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系統初始化階段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/>
              <a:t>當 STM32 通電後，系統會進行底層配置：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1.硬體資源啟動：初始化 STM32H753ZI 的 CPU 時鐘、乙太網路介面 (ETH) 與 PHY 晶片。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2.軟體架構載入：啟動 FreeRTOS 調度器並加載 lwIP 網路協議棧。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3.建立掃描任務：在 FreeRTOS 中創建一個優先級穩定的掃描執行緒 (StartScanTask)。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4.啟動延遲：系統強制等待 5 秒，確保與路由器的實體連線穩定且獲取到合法 IP。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深度掃描與資料採集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/>
              <a:t>掃描任務開始運作，每 30 秒執行一次巡邏：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ICMP 主動探測：對網段內 1~254 所有 IP 發送 Ping 封包，強迫區網設備回應以更新數據。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D-Cache 快取處理：使用 SCB_CleanDCache 指令，確保處理器讀取的設備資訊與硬體傳輸內容一致。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ARP 位址解析：透過 lwIP 的 etharp_find_addr 函式，將在線設備的 IP 轉換為唯一的 MAC 地址。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廠商 OUI 比對：提取 MAC 地址的前三碼，對照內建清單識別出設備品牌（如 Apple, ASUS）。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安全決策邏輯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/>
              <a:t>系統根據變數 scan_count 決定如何處理偵測到的設備：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學習模式 (第 1-3 次掃描)：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假設此時環境安全，將所有發現的設備存入 whitelist (白名單) 陣列。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終端機顯示 (W) 標籤，代表該設備已被記錄為「已知合法」。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監控模式 (第 4 次掃描起)：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將偵測到的設備與白名單比對。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/>
              <a:t>比對失敗：判定為 [INTRUDER!] (陌生入侵者)，立即準備警報。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雲端告警與 Telegram 推播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838200" y="1512277"/>
            <a:ext cx="10515600" cy="466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TW"/>
              <a:t>一旦發現入侵者，系統會發動跨平台通知：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封包格式化：將入侵者的 IP 末碼、MAC 地址、廠商名稱串接成 HTTP GET 請求字串。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建立 TCP 連線：STM32 作為 HTTP Client，主動連線至遠端 Flask 伺服器 (Port 5001)。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發送 API 請求：利用非同步 Callback 機制傳送資料，避免掃描任務因等待網路回應而卡死。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/>
              <a:t>手機即時預警：Flask 接收資料後觸發 Telegram API，使用者手機會在數秒內收到入侵通知。手機即時預警：Flask 接收資料後觸發 Telegram API，使用者手機會在數秒內收到入侵通知。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程式碼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524" y="256529"/>
            <a:ext cx="7569784" cy="62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實作畫面</a:t>
            </a:r>
            <a:endParaRPr/>
          </a:p>
        </p:txBody>
      </p:sp>
      <p:pic>
        <p:nvPicPr>
          <p:cNvPr id="187" name="Google Shape;18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7"/>
            <a:ext cx="4885592" cy="4651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6511" y="1350718"/>
            <a:ext cx="64389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174" y="367811"/>
            <a:ext cx="5972175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42" y="4503686"/>
            <a:ext cx="10431331" cy="220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42" y="0"/>
            <a:ext cx="9527936" cy="4398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492" y="489194"/>
            <a:ext cx="4199416" cy="5441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未來</a:t>
            </a:r>
            <a:endParaRPr/>
          </a:p>
        </p:txBody>
      </p:sp>
      <p:sp>
        <p:nvSpPr>
          <p:cNvPr id="210" name="Google Shape;210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/>
              <a:t>1. 白名單與資料管理優化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zh-TW" sz="2200"/>
              <a:t>將第一次確認的白名單存入 Flash，重啟後自動載入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/>
              <a:t>2. Telegram 雙向控制 (Interactive Bot)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zh-TW" sz="2200"/>
              <a:t>功能： Telegram 收到警報時，下方提供按鈕 [信任此設備] 或 [封鎖/檢舉]。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zh-TW" sz="2200"/>
              <a:t>技術： 你的 Flask 伺服器需要處理 Telegram 的 Callback Query，並回傳指令給 STM32 更新白名單。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zh-TW" sz="2200"/>
              <a:t>功能： 對機器人輸入 /status，它會立刻回傳目前區網內有幾台設備、分別是誰。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/>
              <a:t>3. 視覺化與數據分析 (Dashboard)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zh-TW" sz="2200"/>
              <a:t>技術： 利用 lwIP 內建的 HTTPD 服務，直接在 STM32 裡寫一個簡單的網頁。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zh-TW" sz="2200"/>
              <a:t>目的：</a:t>
            </a:r>
            <a:r>
              <a:rPr lang="zh-TW" sz="2200"/>
              <a:t> 使用者只要在瀏覽器輸入 STM32 的 IP，就能看到漂亮的圖表和設備清單，不用看黑底白字的終端機。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2026-01-12T06:53:17Z</dcterms:created>
  <dc:creator>小吳 吧</dc:creator>
</cp:coreProperties>
</file>